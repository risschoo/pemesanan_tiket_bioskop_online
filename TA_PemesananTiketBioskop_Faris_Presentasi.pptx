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viewProps" Target="viewProps.xml"/><Relationship Id="rId8" Type="http://schemas.openxmlformats.org/officeDocument/2006/relationships/presProps" Target="presProps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1C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840480" cy="514350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749040" y="0"/>
            <a:ext cx="109728" cy="5143500"/>
          </a:xfrm>
          <a:prstGeom prst="rect">
            <a:avLst/>
          </a:prstGeom>
          <a:solidFill>
            <a:srgbClr val="FFCC00"/>
          </a:solidFill>
          <a:ln w="12700">
            <a:solidFill>
              <a:srgbClr val="FFCC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457200"/>
            <a:ext cx="329184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0" b="1" kern="0" spc="800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CGV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274320" y="1417320"/>
            <a:ext cx="32918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kern="0" spc="1000" dirty="0">
                <a:solidFill>
                  <a:srgbClr val="FFCC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CINEMAS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920240"/>
            <a:ext cx="2834640" cy="36576"/>
          </a:xfrm>
          <a:prstGeom prst="rect">
            <a:avLst/>
          </a:prstGeom>
          <a:solidFill>
            <a:srgbClr val="FFFFFF">
              <a:alpha val="40000"/>
            </a:srgbClr>
          </a:solidFill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2103120"/>
            <a:ext cx="3291840" cy="1280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600" dirty="0">
                <a:solidFill>
                  <a:srgbClr val="000000"/>
                </a:solidFill>
              </a:rPr>
              <a:t>🎬</a:t>
            </a:r>
            <a:endParaRPr lang="en-US" sz="5600" dirty="0"/>
          </a:p>
        </p:txBody>
      </p:sp>
      <p:sp>
        <p:nvSpPr>
          <p:cNvPr id="8" name="Text 6"/>
          <p:cNvSpPr/>
          <p:nvPr/>
        </p:nvSpPr>
        <p:spPr>
          <a:xfrm>
            <a:off x="274320" y="3474720"/>
            <a:ext cx="32918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400" dirty="0">
                <a:solidFill>
                  <a:srgbClr val="FFCC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TUGAS AKHIR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4320" y="3794760"/>
            <a:ext cx="32918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kern="0" spc="2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XI – RPL A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114800" y="640080"/>
            <a:ext cx="47548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kern="0" spc="300" dirty="0">
                <a:solidFill>
                  <a:srgbClr val="8888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PERANCANGAN SISTEM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114800" y="1051560"/>
            <a:ext cx="4754880" cy="1463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Pemesanan Tiket</a:t>
            </a:r>
            <a:endParaRPr lang="en-US" sz="3400" dirty="0"/>
          </a:p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Online Bioskop</a:t>
            </a:r>
            <a:endParaRPr lang="en-US" sz="3400" dirty="0"/>
          </a:p>
        </p:txBody>
      </p:sp>
      <p:sp>
        <p:nvSpPr>
          <p:cNvPr id="12" name="Shape 10"/>
          <p:cNvSpPr/>
          <p:nvPr/>
        </p:nvSpPr>
        <p:spPr>
          <a:xfrm>
            <a:off x="4114800" y="2606040"/>
            <a:ext cx="4572000" cy="4572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0" y="2788920"/>
            <a:ext cx="47548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888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Disusun Oleh: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114800" y="3063240"/>
            <a:ext cx="47548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Muhamad Farishky</a:t>
            </a:r>
            <a:endParaRPr lang="en-US" sz="2600" dirty="0"/>
          </a:p>
        </p:txBody>
      </p:sp>
      <p:sp>
        <p:nvSpPr>
          <p:cNvPr id="15" name="Shape 13"/>
          <p:cNvSpPr/>
          <p:nvPr/>
        </p:nvSpPr>
        <p:spPr>
          <a:xfrm>
            <a:off x="4114800" y="3794760"/>
            <a:ext cx="2103120" cy="731520"/>
          </a:xfrm>
          <a:prstGeom prst="rect">
            <a:avLst/>
          </a:prstGeom>
          <a:solidFill>
            <a:srgbClr val="2A2A2C"/>
          </a:solidFill>
          <a:ln w="12700">
            <a:solidFill>
              <a:srgbClr val="444444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114800" y="3794760"/>
            <a:ext cx="210312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Kelas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XI – RPL A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355080" y="3794760"/>
            <a:ext cx="2331720" cy="731520"/>
          </a:xfrm>
          <a:prstGeom prst="rect">
            <a:avLst/>
          </a:prstGeom>
          <a:solidFill>
            <a:srgbClr val="2A2A2C"/>
          </a:solidFill>
          <a:ln w="12700">
            <a:solidFill>
              <a:srgbClr val="444444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355080" y="3794760"/>
            <a:ext cx="233172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Tahun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2025/2026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87552"/>
            <a:ext cx="9144000" cy="64008"/>
          </a:xfrm>
          <a:prstGeom prst="rect">
            <a:avLst/>
          </a:prstGeom>
          <a:solidFill>
            <a:srgbClr val="FFCC00"/>
          </a:solidFill>
          <a:ln w="12700">
            <a:solidFill>
              <a:srgbClr val="FFCC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Ruang Lingkup &amp; Batasan Masalah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1234440"/>
            <a:ext cx="4023360" cy="3611880"/>
          </a:xfrm>
          <a:prstGeom prst="rect">
            <a:avLst/>
          </a:prstGeom>
          <a:solidFill>
            <a:srgbClr val="FFF5F5"/>
          </a:solidFill>
          <a:ln w="19050">
            <a:solidFill>
              <a:srgbClr val="CC00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234440"/>
            <a:ext cx="4023360" cy="45720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234440"/>
            <a:ext cx="39319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🎯  Ruang Lingkup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11480" y="2478405"/>
            <a:ext cx="3794760" cy="2276475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1111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Sistem pemesanan tiket bioskop CGV berbasis web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1111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Pemilihan film, teater, jadwal &amp; kursi yang nyata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1111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Manajemen 3 role: Pengguna, Pengelola, Admin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1111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Harga otomatis: Weekday vs Weekend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/>
              <a:t>Pembayaran Otomatis ( Payment Gateway 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1111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Laporan keuangan &amp; statistik pendapatan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1111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Cetak struk tiket digital (1 struk per pesanan)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846320" y="1234440"/>
            <a:ext cx="4023360" cy="3611880"/>
          </a:xfrm>
          <a:prstGeom prst="rect">
            <a:avLst/>
          </a:prstGeom>
          <a:solidFill>
            <a:srgbClr val="F5F5FF"/>
          </a:solidFill>
          <a:ln w="19050">
            <a:solidFill>
              <a:srgbClr val="1A6EBD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46320" y="1234440"/>
            <a:ext cx="4023360" cy="457200"/>
          </a:xfrm>
          <a:prstGeom prst="rect">
            <a:avLst/>
          </a:prstGeom>
          <a:solidFill>
            <a:srgbClr val="1A6EBD"/>
          </a:solidFill>
          <a:ln w="12700">
            <a:solidFill>
              <a:srgbClr val="1A6EB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92040" y="1234440"/>
            <a:ext cx="393192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⚠️  Batasan Masalah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983480" y="1783080"/>
            <a:ext cx="3794760" cy="2971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1111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Hanya studio Regular 2D (belum 3D/IMAX premium)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1111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 lokasi CGV: CGV Paris Van Java, Bandung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1111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Tidak ada fitur pemesanan makanan/minuman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1111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Aplikasi web (bukan mobile app)</a:t>
            </a:r>
            <a:endParaRPr lang="en-US" sz="1200" dirty="0">
              <a:solidFill>
                <a:srgbClr val="11111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/>
              <a:t>Tidak ada Sistem Promo Diskon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/>
              <a:t>Tidak ada Sistem Review dan Rating</a:t>
            </a:r>
            <a:endParaRPr lang="en-US" sz="1200" dirty="0"/>
          </a:p>
          <a:p>
            <a:pPr indent="0">
              <a:spcAft>
                <a:spcPts val="400"/>
              </a:spcAft>
              <a:buSzPct val="100000"/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1C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880000"/>
          </a:solidFill>
          <a:ln w="12700">
            <a:solidFill>
              <a:srgbClr val="88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87552"/>
            <a:ext cx="9144000" cy="64008"/>
          </a:xfrm>
          <a:prstGeom prst="rect">
            <a:avLst/>
          </a:prstGeom>
          <a:solidFill>
            <a:srgbClr val="FFCC00"/>
          </a:solidFill>
          <a:ln w="12700">
            <a:solidFill>
              <a:srgbClr val="FFCC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Pembagian Role Pengguna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28600" y="1188720"/>
            <a:ext cx="2743200" cy="3657600"/>
          </a:xfrm>
          <a:prstGeom prst="rect">
            <a:avLst/>
          </a:prstGeom>
          <a:solidFill>
            <a:srgbClr val="242424"/>
          </a:solidFill>
          <a:ln w="25400">
            <a:solidFill>
              <a:srgbClr val="1A6EBD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1188720"/>
            <a:ext cx="2743200" cy="685800"/>
          </a:xfrm>
          <a:prstGeom prst="rect">
            <a:avLst/>
          </a:prstGeom>
          <a:solidFill>
            <a:srgbClr val="1A6EBD"/>
          </a:solidFill>
          <a:ln w="12700">
            <a:solidFill>
              <a:srgbClr val="1A6EB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" y="1188720"/>
            <a:ext cx="27432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👤  Pengguna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338328" y="1975104"/>
            <a:ext cx="54864" cy="274320"/>
          </a:xfrm>
          <a:prstGeom prst="rect">
            <a:avLst/>
          </a:prstGeom>
          <a:solidFill>
            <a:srgbClr val="1A6EBD"/>
          </a:solidFill>
          <a:ln w="12700">
            <a:solidFill>
              <a:srgbClr val="1A6EB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4632" y="1993392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0E0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Daftar akun baru (mandiri)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38328" y="2450592"/>
            <a:ext cx="54864" cy="274320"/>
          </a:xfrm>
          <a:prstGeom prst="rect">
            <a:avLst/>
          </a:prstGeom>
          <a:solidFill>
            <a:srgbClr val="1A6EBD"/>
          </a:solidFill>
          <a:ln w="12700">
            <a:solidFill>
              <a:srgbClr val="1A6EB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" y="2468880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0E0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Pilih film, teater &amp; jadwal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38328" y="2926080"/>
            <a:ext cx="54864" cy="274320"/>
          </a:xfrm>
          <a:prstGeom prst="rect">
            <a:avLst/>
          </a:prstGeom>
          <a:solidFill>
            <a:srgbClr val="1A6EBD"/>
          </a:solidFill>
          <a:ln w="12700">
            <a:solidFill>
              <a:srgbClr val="1A6EB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" y="2944368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0E0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Pilih kursi secara real-time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38328" y="3401568"/>
            <a:ext cx="54864" cy="274320"/>
          </a:xfrm>
          <a:prstGeom prst="rect">
            <a:avLst/>
          </a:prstGeom>
          <a:solidFill>
            <a:srgbClr val="1A6EBD"/>
          </a:solidFill>
          <a:ln w="12700">
            <a:solidFill>
              <a:srgbClr val="1A6EB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4632" y="3419856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0E0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Melakukan pembayaran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38328" y="3877056"/>
            <a:ext cx="54864" cy="274320"/>
          </a:xfrm>
          <a:prstGeom prst="rect">
            <a:avLst/>
          </a:prstGeom>
          <a:solidFill>
            <a:srgbClr val="1A6EBD"/>
          </a:solidFill>
          <a:ln w="12700">
            <a:solidFill>
              <a:srgbClr val="1A6EB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4632" y="3895344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0E0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Cek status &amp; cetak tiket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38328" y="4352544"/>
            <a:ext cx="54864" cy="274320"/>
          </a:xfrm>
          <a:prstGeom prst="rect">
            <a:avLst/>
          </a:prstGeom>
          <a:solidFill>
            <a:srgbClr val="1A6EBD"/>
          </a:solidFill>
          <a:ln w="12700">
            <a:solidFill>
              <a:srgbClr val="1A6EB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4632" y="4370832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0E0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Lihat riwayat pemesanan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00400" y="1188720"/>
            <a:ext cx="2743200" cy="3657600"/>
          </a:xfrm>
          <a:prstGeom prst="rect">
            <a:avLst/>
          </a:prstGeom>
          <a:solidFill>
            <a:srgbClr val="242424"/>
          </a:solidFill>
          <a:ln w="25400">
            <a:solidFill>
              <a:srgbClr val="28A74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3200400" y="1188720"/>
            <a:ext cx="2743200" cy="685800"/>
          </a:xfrm>
          <a:prstGeom prst="rect">
            <a:avLst/>
          </a:prstGeom>
          <a:solidFill>
            <a:srgbClr val="28A745"/>
          </a:solidFill>
          <a:ln w="12700">
            <a:solidFill>
              <a:srgbClr val="28A74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0" y="1188720"/>
            <a:ext cx="27432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🏢  Pengelola</a:t>
            </a:r>
            <a:endParaRPr lang="en-US" sz="1700" dirty="0"/>
          </a:p>
        </p:txBody>
      </p:sp>
      <p:sp>
        <p:nvSpPr>
          <p:cNvPr id="23" name="Shape 21"/>
          <p:cNvSpPr/>
          <p:nvPr/>
        </p:nvSpPr>
        <p:spPr>
          <a:xfrm>
            <a:off x="3310128" y="1975104"/>
            <a:ext cx="54864" cy="274320"/>
          </a:xfrm>
          <a:prstGeom prst="rect">
            <a:avLst/>
          </a:prstGeom>
          <a:solidFill>
            <a:srgbClr val="28A745"/>
          </a:solidFill>
          <a:ln w="12700">
            <a:solidFill>
              <a:srgbClr val="28A74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56432" y="1993392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0E0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Login (akun dibuat Admin)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310128" y="2450592"/>
            <a:ext cx="54864" cy="274320"/>
          </a:xfrm>
          <a:prstGeom prst="rect">
            <a:avLst/>
          </a:prstGeom>
          <a:solidFill>
            <a:srgbClr val="28A745"/>
          </a:solidFill>
          <a:ln w="12700">
            <a:solidFill>
              <a:srgbClr val="28A74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56432" y="2468880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0E0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Kelola jadwal tayang (maks 4 hari)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310128" y="2926080"/>
            <a:ext cx="54864" cy="274320"/>
          </a:xfrm>
          <a:prstGeom prst="rect">
            <a:avLst/>
          </a:prstGeom>
          <a:solidFill>
            <a:srgbClr val="28A745"/>
          </a:solidFill>
          <a:ln w="12700">
            <a:solidFill>
              <a:srgbClr val="28A74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56432" y="2944368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0E0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Tambah &amp; lihat data teater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456432" y="3419856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310128" y="3395091"/>
            <a:ext cx="54864" cy="274320"/>
          </a:xfrm>
          <a:prstGeom prst="rect">
            <a:avLst/>
          </a:prstGeom>
          <a:solidFill>
            <a:srgbClr val="28A745"/>
          </a:solidFill>
          <a:ln w="12700">
            <a:solidFill>
              <a:srgbClr val="28A74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456305" y="3266440"/>
            <a:ext cx="2377440" cy="4857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0E0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Lihat laporan keuangan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3310128" y="3833749"/>
            <a:ext cx="54864" cy="274320"/>
          </a:xfrm>
          <a:prstGeom prst="rect">
            <a:avLst/>
          </a:prstGeom>
          <a:solidFill>
            <a:srgbClr val="28A745"/>
          </a:solidFill>
          <a:ln w="12700">
            <a:solidFill>
              <a:srgbClr val="28A74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456305" y="3787775"/>
            <a:ext cx="2377440" cy="36385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0E0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Edit jadwal yang ada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172200" y="1188720"/>
            <a:ext cx="2743200" cy="3657600"/>
          </a:xfrm>
          <a:prstGeom prst="rect">
            <a:avLst/>
          </a:prstGeom>
          <a:solidFill>
            <a:srgbClr val="242424"/>
          </a:solidFill>
          <a:ln w="25400">
            <a:solidFill>
              <a:srgbClr val="CC00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172200" y="1188720"/>
            <a:ext cx="2743200" cy="68580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172200" y="1188720"/>
            <a:ext cx="27432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⚙️  Admin</a:t>
            </a:r>
            <a:endParaRPr lang="en-US" sz="1700" dirty="0"/>
          </a:p>
        </p:txBody>
      </p:sp>
      <p:sp>
        <p:nvSpPr>
          <p:cNvPr id="38" name="Shape 36"/>
          <p:cNvSpPr/>
          <p:nvPr/>
        </p:nvSpPr>
        <p:spPr>
          <a:xfrm>
            <a:off x="6281928" y="1975104"/>
            <a:ext cx="54864" cy="27432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428232" y="1993392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0E0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Login (akun dibuat Admin lainnya)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281928" y="2450592"/>
            <a:ext cx="54864" cy="27432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428232" y="2468880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0E0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CRUD data film (tambah/edit/hapus)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6281928" y="2926080"/>
            <a:ext cx="54864" cy="27432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428232" y="2944368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0E0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CRUD akun pengelola &amp; admin baru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6281928" y="3401568"/>
            <a:ext cx="54864" cy="27432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428232" y="3419856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0E0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Lihat &amp; kelola data pengguna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6281928" y="3877056"/>
            <a:ext cx="54864" cy="27432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428232" y="3895344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0E0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Lihat data jadwal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6281928" y="4352544"/>
            <a:ext cx="54864" cy="27432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428232" y="4370832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0E0E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CRD data kursi per teater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87552"/>
            <a:ext cx="9144000" cy="64008"/>
          </a:xfrm>
          <a:prstGeom prst="rect">
            <a:avLst/>
          </a:prstGeom>
          <a:solidFill>
            <a:srgbClr val="FFCC00"/>
          </a:solidFill>
          <a:ln w="12700">
            <a:solidFill>
              <a:srgbClr val="FFCC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Fitur Aplikasi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01168" y="1188720"/>
            <a:ext cx="2743200" cy="1737360"/>
          </a:xfrm>
          <a:prstGeom prst="rect">
            <a:avLst/>
          </a:prstGeom>
          <a:solidFill>
            <a:srgbClr val="F2F2F2"/>
          </a:solidFill>
          <a:ln w="19050">
            <a:solidFill>
              <a:srgbClr val="CC00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01168" y="1188720"/>
            <a:ext cx="91440" cy="173736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280160"/>
            <a:ext cx="24688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11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🎬  Katalog Film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5760" y="1645920"/>
            <a:ext cx="2423160" cy="27432"/>
          </a:xfrm>
          <a:prstGeom prst="rect">
            <a:avLst/>
          </a:prstGeom>
          <a:solidFill>
            <a:srgbClr val="CC0000">
              <a:alpha val="40000"/>
            </a:srgbClr>
          </a:solidFill>
          <a:ln w="12700">
            <a:solidFill>
              <a:srgbClr val="CC0000">
                <a:alpha val="4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719072"/>
            <a:ext cx="2487168" cy="11155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444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Banner slider film tayang, pencarian judul/genre, detail film + trailer YouTube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145536" y="1188720"/>
            <a:ext cx="2743200" cy="1737360"/>
          </a:xfrm>
          <a:prstGeom prst="rect">
            <a:avLst/>
          </a:prstGeom>
          <a:solidFill>
            <a:srgbClr val="F2F2F2"/>
          </a:solidFill>
          <a:ln w="19050">
            <a:solidFill>
              <a:srgbClr val="1A6EBD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145536" y="1188720"/>
            <a:ext cx="91440" cy="1737360"/>
          </a:xfrm>
          <a:prstGeom prst="rect">
            <a:avLst/>
          </a:prstGeom>
          <a:solidFill>
            <a:srgbClr val="1A6EBD"/>
          </a:solidFill>
          <a:ln w="12700">
            <a:solidFill>
              <a:srgbClr val="1A6EB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10128" y="1280160"/>
            <a:ext cx="24688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11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🪑  Pilih Kursi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310128" y="1645920"/>
            <a:ext cx="2423160" cy="27432"/>
          </a:xfrm>
          <a:prstGeom prst="rect">
            <a:avLst/>
          </a:prstGeom>
          <a:solidFill>
            <a:srgbClr val="1A6EBD">
              <a:alpha val="40000"/>
            </a:srgbClr>
          </a:solidFill>
          <a:ln w="12700">
            <a:solidFill>
              <a:srgbClr val="1A6EBD">
                <a:alpha val="4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10128" y="1719072"/>
            <a:ext cx="2487168" cy="11155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444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Layout kursi real-time 120 kursi, 2 aisle, kursi terkunci setelah bayar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089904" y="1188720"/>
            <a:ext cx="2743200" cy="1737360"/>
          </a:xfrm>
          <a:prstGeom prst="rect">
            <a:avLst/>
          </a:prstGeom>
          <a:solidFill>
            <a:srgbClr val="F2F2F2"/>
          </a:solidFill>
          <a:ln w="19050">
            <a:solidFill>
              <a:srgbClr val="28A74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089904" y="1188720"/>
            <a:ext cx="91440" cy="1737360"/>
          </a:xfrm>
          <a:prstGeom prst="rect">
            <a:avLst/>
          </a:prstGeom>
          <a:solidFill>
            <a:srgbClr val="28A745"/>
          </a:solidFill>
          <a:ln w="12700">
            <a:solidFill>
              <a:srgbClr val="28A74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54496" y="1280160"/>
            <a:ext cx="24688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11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💰  Harga Statis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254496" y="1645920"/>
            <a:ext cx="2423160" cy="27432"/>
          </a:xfrm>
          <a:prstGeom prst="rect">
            <a:avLst/>
          </a:prstGeom>
          <a:solidFill>
            <a:srgbClr val="28A745">
              <a:alpha val="40000"/>
            </a:srgbClr>
          </a:solidFill>
          <a:ln w="12700">
            <a:solidFill>
              <a:srgbClr val="28A745">
                <a:alpha val="4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54496" y="1719072"/>
            <a:ext cx="2487168" cy="11155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444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Harga weekday Rp 35.000 dan weekend Rp 50.000 berdasarkan tanggal, bisa diubah jika ada acara tertentu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01803" y="3090672"/>
            <a:ext cx="2743200" cy="1737360"/>
          </a:xfrm>
          <a:prstGeom prst="rect">
            <a:avLst/>
          </a:prstGeom>
          <a:solidFill>
            <a:srgbClr val="F2F2F2"/>
          </a:solidFill>
          <a:ln w="19050">
            <a:solidFill>
              <a:srgbClr val="E67E22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201168" y="3090672"/>
            <a:ext cx="91440" cy="173736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3182112"/>
            <a:ext cx="24688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11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📤  Pembayaran Otomatis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365760" y="3547872"/>
            <a:ext cx="2423160" cy="27432"/>
          </a:xfrm>
          <a:prstGeom prst="rect">
            <a:avLst/>
          </a:prstGeom>
          <a:solidFill>
            <a:srgbClr val="E67E22">
              <a:alpha val="40000"/>
            </a:srgbClr>
          </a:solidFill>
          <a:ln w="12700">
            <a:solidFill>
              <a:srgbClr val="E67E22">
                <a:alpha val="4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621024"/>
            <a:ext cx="2487168" cy="11155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/>
              <a:t>Pembayaran otomatis ( Payment Gateway ) midtrans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145536" y="3090672"/>
            <a:ext cx="2743200" cy="1737360"/>
          </a:xfrm>
          <a:prstGeom prst="rect">
            <a:avLst/>
          </a:prstGeom>
          <a:solidFill>
            <a:srgbClr val="F2F2F2"/>
          </a:solidFill>
          <a:ln w="19050">
            <a:solidFill>
              <a:srgbClr val="8E44AD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145536" y="3090672"/>
            <a:ext cx="91440" cy="1737360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10128" y="3182112"/>
            <a:ext cx="24688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11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🧾  Struk Digital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3310128" y="3547872"/>
            <a:ext cx="2423160" cy="27432"/>
          </a:xfrm>
          <a:prstGeom prst="rect">
            <a:avLst/>
          </a:prstGeom>
          <a:solidFill>
            <a:srgbClr val="8E44AD">
              <a:alpha val="40000"/>
            </a:srgbClr>
          </a:solidFill>
          <a:ln w="12700">
            <a:solidFill>
              <a:srgbClr val="8E44AD">
                <a:alpha val="4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10128" y="3621024"/>
            <a:ext cx="2487168" cy="11155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444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 struk untuk semua kursi, dapat dicetak, hanya muncul setelah lunas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089904" y="3090672"/>
            <a:ext cx="2743200" cy="1737360"/>
          </a:xfrm>
          <a:prstGeom prst="rect">
            <a:avLst/>
          </a:prstGeom>
          <a:solidFill>
            <a:srgbClr val="F2F2F2"/>
          </a:solidFill>
          <a:ln w="1905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089904" y="3090672"/>
            <a:ext cx="91440" cy="17373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254496" y="3182112"/>
            <a:ext cx="24688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1111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📊  Laporan Keuangan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6254496" y="3547872"/>
            <a:ext cx="2423160" cy="27432"/>
          </a:xfrm>
          <a:prstGeom prst="rect">
            <a:avLst/>
          </a:prstGeom>
          <a:solidFill>
            <a:srgbClr val="028090">
              <a:alpha val="40000"/>
            </a:srgbClr>
          </a:solidFill>
          <a:ln w="12700">
            <a:solidFill>
              <a:srgbClr val="028090">
                <a:alpha val="40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254496" y="3621024"/>
            <a:ext cx="2487168" cy="11155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444444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Statistik pendapatan per teater, filter harian/mingguan/bulanan, cetak laporan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C1C1E"/>
          </a:solidFill>
          <a:ln w="12700">
            <a:solidFill>
              <a:srgbClr val="1C1C1E"/>
            </a:solidFill>
            <a:prstDash val="solid"/>
          </a:ln>
        </p:spPr>
        <p:txBody>
          <a:bodyPr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274320" y="4800600"/>
            <a:ext cx="8686800" cy="3429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1795</Words>
  <Application>WPS Presentation</Application>
  <PresentationFormat>On-screen Show (16:9)</PresentationFormat>
  <Paragraphs>115</Paragraphs>
  <Slides>4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6" baseType="lpstr">
      <vt:lpstr>Arial</vt:lpstr>
      <vt:lpstr>SimSun</vt:lpstr>
      <vt:lpstr>Wingdings</vt:lpstr>
      <vt:lpstr>Arial Black</vt:lpstr>
      <vt:lpstr>Arial Black</vt:lpstr>
      <vt:lpstr>Arial Black</vt:lpstr>
      <vt:lpstr>Calibri</vt:lpstr>
      <vt:lpstr>Calibri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Pemesanan Tiket Online Bioskop - Muhamad Farishky</dc:title>
  <dc:creator>PptxGenJS</dc:creator>
  <dc:subject>PptxGenJS Presentation</dc:subject>
  <cp:lastModifiedBy>athelond</cp:lastModifiedBy>
  <cp:revision>8</cp:revision>
  <dcterms:created xsi:type="dcterms:W3CDTF">2026-05-03T09:45:00Z</dcterms:created>
  <dcterms:modified xsi:type="dcterms:W3CDTF">2026-05-05T06:46:58Z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1033-12.1.0.25242</vt:lpwstr>
  </property>
  <property fmtid="{D5CDD505-2E9C-101B-9397-08002B2CF9AE}" pid="3" name="ICV">
    <vt:lpwstr>8F3174AD52A9473995789BF222DB3D68_12</vt:lpwstr>
  </property>
</Properties>
</file>